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8638" y="2394465"/>
            <a:ext cx="8301037" cy="714376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accent3">
                    <a:lumMod val="50000"/>
                  </a:schemeClr>
                </a:solidFill>
              </a:rPr>
              <a:t>Customer Churn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4493" y="3034785"/>
            <a:ext cx="6029325" cy="714375"/>
          </a:xfrm>
        </p:spPr>
        <p:txBody>
          <a:bodyPr/>
          <a:lstStyle/>
          <a:p>
            <a:r>
              <a:rPr lang="en-US" dirty="0"/>
              <a:t>Using AI-ML and Deep Learning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73FBB-AC27-B354-6643-61DB18489964}"/>
              </a:ext>
            </a:extLst>
          </p:cNvPr>
          <p:cNvSpPr txBox="1"/>
          <p:nvPr/>
        </p:nvSpPr>
        <p:spPr>
          <a:xfrm>
            <a:off x="5915024" y="6074974"/>
            <a:ext cx="3557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Shreeya Dash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Presentation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Dataset &amp; Methodology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Model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Results &amp;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Business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Future Improvements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647674F-3EFC-8625-7E37-29568667B3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600" y="1536174"/>
            <a:ext cx="86868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Develop a Machine Learning and Deep Learning based model to predict telecom customer churn accurately.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Analyze customer behavior and identify key factors influencing customer attrition.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Help businesses improve customer retention strategies and reduce revenue loss through data-driven insights.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Compare the performance of multiple Machine Learning and Deep Learning algorithms using evaluation metrics.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Enable organizations to take proactive actions for customer satisfaction and long-term business growth.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00350"/>
          </a:xfrm>
        </p:spPr>
        <p:txBody>
          <a:bodyPr>
            <a:normAutofit/>
          </a:bodyPr>
          <a:lstStyle/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Customer churn directly impacts telecom company revenue.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Acquiring new customers is more expensive than retaining existing customers.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Need an intelligent predictive system to identify high-risk customers early.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57438"/>
          </a:xfrm>
        </p:spPr>
        <p:txBody>
          <a:bodyPr>
            <a:normAutofit/>
          </a:bodyPr>
          <a:lstStyle/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IBM Telco Customer Churn Dataset from Kaggle.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Contains demographic, service usage, financial, and tenure information.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Target Variable: Churn (Yes / No).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Problem Type: Binary Classification.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Approach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786063"/>
          </a:xfrm>
        </p:spPr>
        <p:txBody>
          <a:bodyPr>
            <a:normAutofit/>
          </a:bodyPr>
          <a:lstStyle/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Performed data preprocessing and cleaning.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Converted Total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Charges to numeric values.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Handled missing values using median imputation.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Applied One-Hot Encoding for categorical variables.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Scaled numerical features using Standard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Scaler.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Split dataset into training and testing 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Models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43138"/>
          </a:xfrm>
        </p:spPr>
        <p:txBody>
          <a:bodyPr>
            <a:normAutofit/>
          </a:bodyPr>
          <a:lstStyle/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Logistic Regression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Random Forest Classifier</a:t>
            </a:r>
          </a:p>
          <a:p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Classifier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Artificial Neural Network (ANN)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Deep Learning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71738"/>
          </a:xfrm>
        </p:spPr>
        <p:txBody>
          <a:bodyPr>
            <a:normAutofit/>
          </a:bodyPr>
          <a:lstStyle/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Input layer with customer features.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Three hidden layers using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activation.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Dropout layers used to prevent overfitting.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Sigmoid activation in output layer.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Binary Cross entropy loss function with Adam optimizer.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Evaluation Metrics Used: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Accuracy Score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ROC-AUC Score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Confusion Matrix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Classification Report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ML and DL models successfully predicted churn patterns.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FCEE9-68FC-1C49-E7E0-5CFCAA096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Customer Churn Prediction Dashboard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3F25AF-9B60-8C8C-329D-192C952C5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300163"/>
            <a:ext cx="8229600" cy="5283199"/>
          </a:xfrm>
        </p:spPr>
      </p:pic>
    </p:spTree>
    <p:extLst>
      <p:ext uri="{BB962C8B-B14F-4D97-AF65-F5344CB8AC3E}">
        <p14:creationId xmlns:p14="http://schemas.microsoft.com/office/powerpoint/2010/main" val="4099893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428875"/>
          </a:xfrm>
        </p:spPr>
        <p:txBody>
          <a:bodyPr>
            <a:normAutofit/>
          </a:bodyPr>
          <a:lstStyle/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Month-to-month contract customers are more likely to churn.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Higher monthly charges increase churn probability.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Customers with longer tenure show lower churn risk.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Electronic payment users have higher churn tendencies.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43125"/>
          </a:xfrm>
        </p:spPr>
        <p:txBody>
          <a:bodyPr>
            <a:normAutofit/>
          </a:bodyPr>
          <a:lstStyle/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Hyperparameter tuning for better model performance.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Use SMOTE for class imbalance handling.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Deploy model using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or Flask.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Integrate explainability using SHAP values.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Machine Learning and Deep Learning can effectively predict telecom customer churn.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 project helps businesses improve customer retention strategies.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Predictive analytics can significantly reduce revenue loss.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43138"/>
          </a:xfrm>
        </p:spPr>
        <p:txBody>
          <a:bodyPr>
            <a:normAutofit/>
          </a:bodyPr>
          <a:lstStyle/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IBM Telco Customer Churn Dataset – Kaggle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Scikit-learn Documentation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TensorFlow /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Documentation</a:t>
            </a:r>
          </a:p>
          <a:p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409</Words>
  <Application>Microsoft Office PowerPoint</Application>
  <PresentationFormat>On-screen Show (4:3)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Customer Churn Prediction</vt:lpstr>
      <vt:lpstr>Presentation Overview</vt:lpstr>
      <vt:lpstr>Objective</vt:lpstr>
      <vt:lpstr>Problem Statement</vt:lpstr>
      <vt:lpstr>Dataset Information</vt:lpstr>
      <vt:lpstr>Approach &amp; Methodology</vt:lpstr>
      <vt:lpstr>Models Implemented</vt:lpstr>
      <vt:lpstr>Deep Learning Architecture</vt:lpstr>
      <vt:lpstr>Results &amp; Evaluation</vt:lpstr>
      <vt:lpstr>Customer Churn Prediction Dashboard</vt:lpstr>
      <vt:lpstr>Key Business Insights</vt:lpstr>
      <vt:lpstr>Future Improvements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shreeyadash.116@gmail.com</cp:lastModifiedBy>
  <cp:revision>2</cp:revision>
  <dcterms:created xsi:type="dcterms:W3CDTF">2013-01-27T09:14:16Z</dcterms:created>
  <dcterms:modified xsi:type="dcterms:W3CDTF">2026-05-26T15:34:28Z</dcterms:modified>
  <cp:category/>
</cp:coreProperties>
</file>